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86868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11827"/>
                </a:solidFill>
                <a:latin typeface="Calibri"/>
              </a:rPr>
              <a:t>Free Exercise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74151"/>
                </a:solidFill>
                <a:latin typeface="Calibri"/>
              </a:rPr>
              <a:t>A multi-source semantic knowledge graph of human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3,450 exercises  ·  107,598 triples  ·  2 sources  ·  100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Talha Ahmad  ·  talha@talha.foo  ·  github.com/talha-ah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Exercise data is semantically flat and siloed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Datasets store exercise names and muscle lists — nothing more.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There is no shared schema, no relationships, no hierarchy.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Source categories conflate physiology with sport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"Barbell Squat" and "Olympic Squat" are the same movement in two separate datasets.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Nothing in the data makes that clear — or distinguishes them from a Goblet Squat.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result: exercise apps cannot substitute, recommend, or reason about movement.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A graph that lets AI reason about human movement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Two upstream datasets ingested, reconciled, and LLM-enriched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into a single queryable, validated, provenance-tracked knowledge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3,450 canonical exercises  ·  107,598 triples  ·  11 independently versioned ontology files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OWL  ·  SKOS  ·  SHACL  ·  SPARQL  ·  MCP server for AI agent access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Queryable by muscle group, movement pattern, joint action, equipment, and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Vocabulary design starts with the gym-goer, not anatomy texts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"Lats" not "Latissimus Dorsi Region."  "Calves" not "Triceps Surae."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Colloquial terms are the preferred label wherever anatomically correct.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Formal names are preserved as skos:altLabel for SPARQL discoverability.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This principle governed every decision across 60+ muscle concepts,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15+ movement patterns, 4 involvement degrees, and 35+ joint actions.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Accuracy and usability are not in tension — they compound.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Exercise movement is modeled at three orthogonal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movementPattern (HipHinge, HorizontalPush) — user-facing, for discovery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isCompound (boolean) — structural, for program design and exercise selection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jointAction (ShoulderFlexion + ScapularRetraction) — mechanical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barbell row and a bicep curl share movementPattern: Pull and jointAction: ElbowFlexion.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isCompound separates them. Both layers are needed to block the wrong substitution.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Every design decision is documented before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100 Architecture Decision Records span the full project history.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Each records: context · decision · alternatives considered · rationale.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ADRs are required before adding, renaming, or removing vocabulary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All 11 ontology files carry independent semantic version numbers (MAJOR.MINOR.PATCH).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vocabulary change without an ADR and a version bump is a governance violation.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The pipeline is identity-first, not source-first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Six stages: fetch → canonicalize → identity → reconcile → enrich → build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Intermediate state lives in SQLite — queryable, auditable, replay-safe.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The LLM receives one clean canonical entity and fills genuine gaps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LLM never sees conflicting data and never arbitrates disagreements.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Every claim is traceable to its origin: source, pipeline stage, resolution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The same movement can have many names across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Records are matched on a weighted biomechanical similarity score.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Features: movement pattern, joint actions, laterality, equipment — not name.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Equipment modifiers (Barbell, Dumbbell, Cable) are stripped before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"Cable Fly (chest)" and "Cable Fly (rear delt)" share a name, not a primary joint system.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They resolve to separate entities. Name equality alone would merge them incorrectly.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Source conflicts are resolved deterministically, without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Five rules applied in precedence order: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Consensus  →  Union  →  Conservative degree  →  Coverage gap  →  Defer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Genuine contradictions enter a triage queue for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If sources disagree on involvement degree, the lower rank always wins.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Overclaiming a muscle's role is a worse user error than underclaiming.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Prompt rules live in the ontology, not in separate prose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Classification instructions are rdfs:comment annotations on OWL property definitions.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A vocabulary change automatically updates the prompt on the next build.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LLM output is validated by a Pydantic model at write time, not at graph ingest.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Inferred claims are tagged separately from source-asserted claims throughout.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Source-asserted data always takes precedence at graph assembly.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The graph is served to AI agents via Model Context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Five tools: search_exercises · get_exercise · find_substitutions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              get_muscle_hierarchy · query_by_joint_action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In-process pyoxigraph store — no Docker, no running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find_substitutions joins on shared movement pattern and overlapping PrimeMover muscles,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filtered by available equipment. This query is impossible against flat 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Quality is measured across five dimensions after every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Validity (SHACL conformance)  ·  Uniqueness  ·  Integrity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Timeliness (unresolved enrichment warnings)  ·  Completeness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11/11 SHACL unit tests passing. Scorecard runs in &lt;5s after every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Gold standard annotation (30–50 exercises) and F1/precision/recall evaluation are in progress.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annotation tool loads vocabulary from TTL files at runtime — no label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What this project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Ontology design with real governance — ADRs, semantic versioning, SHACL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Multi-source ETL, entity resolution, and deterministic conflict reconciliation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LLM enrichment as a structured pipeline stage with full provenance tracking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AI-enabled interfaces over semantic data — MCP, SPARQL, in-process graph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W3C standards throughout: OWL  ·  SKOS  ·  RDF  ·  SPARQL  ·  SHACL  ·  PROV-O  ·  DCAT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  <a:latin typeface="Calibri"/>
              </a:rPr>
              <a:t>Additional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Appendix — Technical Detail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Eleven independently versioned ontology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Each file is versioned independently; a muscle change does not bump shapes.ttl.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2316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6245352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What it defines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ontology.ttl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OWL classes, object/datatype properties, class disjointness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shapes.ttl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0.11.0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SHACL validation shapes and SPARQL constraints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muscles.ttl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0.12.1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3-level SKOS hierarchy: region → group → head (60+ concepts)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movement_patterns.ttl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0.6.0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SKOS patterns: HipHinge, Squat, Push/Pull, TrunkStability, etc.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joint_actions.ttl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35+ actions across 7 joints (Shoulder, Hip, Knee, Spine…)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involvement_degrees.ttl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0.2.2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PrimeMover, Synergist, Stabilizer, PassiveTarget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training_modalities.ttl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Strength, Hypertrophy, Cardio, Power, Mobility, Plyometrics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equipment.ttl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0.2.0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44 Equipment named individuals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exercise_styles.ttl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Bodybuilding, Calisthenics, Powerlifting, Olympic Weightlifting…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laterality.ttl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0.1.0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Bilateral, Unilateral, Contralateral, Ipsilateral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planes_of_motion.ttl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0.1.0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74151"/>
                          </a:solidFill>
                          <a:latin typeface="Calibri"/>
                        </a:rPr>
                        <a:t>SagittalPlane, FrontalPlane, TransversePlane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Movement patterns form a two-level SKOS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KneeDominant  →  Squat, SplitSquat, Lunge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Push  →  HorizontalPush, VerticalPush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Pull  →  HorizontalPull, VerticalPull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TrunkStability  →  AntiExtension, AntiRotation, AntiFlexion, AntiLateralFlexion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Locomotion  →  LateralLocomotion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Top-level peers: HipHinge, Carry, Rotation, Mobility, SoftTissue, IsometricHold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SKOS chosen over OWL subclasses — hierarchy is asserted by enrichment, not inferred.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Five deterministic rules resolve all multi-source conflicts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74519"/>
          <a:ext cx="10360152" cy="4663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959352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Applies when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Consensus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All sources assert the same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Pass through unchanged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Union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Set-valued, non-exclusive fields (muscles, patterns)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Take all distinct values from any source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Sources disagree on involvement degree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Take the lower rank — PrimeMover &gt; Synergist &gt; Stabilizer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Coverage gap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One source has a value; others are null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Take the existing value (incompleteness, not conflict)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77724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Defer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Contradictory exclusive scalars with no tie-break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Null in graph; enter triage queue for human review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SQLite separates source, canonical, and inferred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source_records / source_claims / source_metadata — raw ingested facts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entities / entity_sources / possible_matches — identity resolution output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conflicts / resolved_claims — reconciliation output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inferred_claims / enrichment_stamps — LLM enrichment output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enrichment_warnings / enrichment_failures — quality and retry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All intermediate state is queryable via SQL — no hand-rolled joins over JSON files.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Stage reruns clear only their downstream state; enrichment output is preserved by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Ontology → prompt → Pydantic validation at every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prompt_builder.py reads rdfs:comment from OWL property definitions at startup.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It also reads skos:scopeNote and feg:useGroupLevel flags from the vocabulary.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374151"/>
                </a:solidFill>
                <a:latin typeface="Calibri"/>
              </a:rPr>
              <a:t>The assembled prompt is deterministic — same ontology, same prompt, every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Pydantic model_validators enforce: vocabulary term validity, PrimeMover presence,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Core-as-Stabilizer rule, no ancestor+descendant overlap, no duplicate muscles.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failed validation routes the exercise to quarantine — never silently 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SPARQL: find hip-hinge exercises for a given muscle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Query traverses the muscle hierarchy via skos:broader* to match at any granularity.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23160"/>
            <a:ext cx="10360152" cy="4069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9902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PREFIX feg: &lt;https://placeholder.url#&gt;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PREFIX skos: &lt;http://www.w3.org/2004/02/skos/core#&gt;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SELECT ?label ?degree WHERE {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?ex  feg:movementPattern  feg:HipHinge 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     rdfs:label           ?label 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     feg:hasInvolvement   ?inv 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?inv feg:muscle           ?muscle 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     feg:degree           ?degree 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  ?muscle skos:broader*     feg:Hamstrings 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Courier New"/>
              </a:rPr>
              <a:t>ORDER BY ?degree ?label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111827"/>
                </a:solidFill>
                <a:latin typeface="Calibri"/>
              </a:rPr>
              <a:t>Biomechanical feature vector for cross-source identity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7632"/>
            <a:ext cx="10360152" cy="152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Thresholds: ≥ 0.7 auto-merge · 0.4–0.7 defer to triage · &lt; 0.4 separate entities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2316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5513832"/>
              </a:tblGrid>
              <a:tr h="5878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11827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Movement pattern match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Categorical; must broadly align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Primary joint action overlap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Jaccard similarity over joint action sets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Laterality match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Bilateral vs Unilateral vs Contralateral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Equipment overlap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Equipment modifiers stripped from names first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Normalised name similarity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Token Jaccard on equipment-stripped token sets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Coarse muscle group overlap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74151"/>
                          </a:solidFill>
                          <a:latin typeface="Calibri"/>
                        </a:rPr>
                        <a:t>Noisy; used as tiebreaker only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